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5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领域调研：威胁、防御路线与现状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精读 7 篇 + 相关 5 篇；3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调研范围：精读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篇预印本；另有 5 篇直接相关工作，见第 11 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8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4903"/>
                <a:gridCol w="2376064"/>
                <a:gridCol w="3746871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Design（CaMeL）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SoK: When Safe Agents Fail Together: The Security of Multi Agent LLM Systems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Securing LLM-based Agents against Cyberattacks: A Comprehensive Survey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82472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943600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2272E"/>
                </a:solidFill>
                <a:latin typeface="STHeiti"/>
              </a:rPr>
              <a:t>上面七篇里有三篇是 arXiv 预印本，尚无正式发表（其中两篇是 2026 年 9 月挂出）；CaMeL 两个版本的数字不同：arXiv v2 报 77%，正式版报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94376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413248"/>
            <a:ext cx="10655503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这套防御能拦住危险动作，但拦不住判断被绕过——JBR 依然是 100%。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也就是说，它防的是动作层，认知层已经被攻陷了。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与设计模式）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CaMeL 是 IEEE SaTML 2026，Design Patterns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Design Patterns：六个抗注入的架构模式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这篇还区分了「设计模式」和「最佳实践」：模式是选一个用，最佳实践是每个都要做。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④：推测—验证与有状态防御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这一批是最新的工作，都做多轮 / 跨轮防御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/>
                <a:gridCol w="4946927"/>
                <a:gridCol w="3346451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用小模型多智能体做「推测—验证」，预测未来动作、建轨迹树，提前发现多轮里的意图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提前预警，给现有检测器提供决策冗余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VIGIL（ACL 2026）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工具流「先验证再提交」：先生成假设，再做意图锚定的验证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ASR 再降 22% 以上，攻击下可用性翻倍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CoopGuard（TIFS 投稿）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多智能体协作：干扰节奏、误导对手、日志取证，自适应协调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ASR 平均降 69%，攻击方 token 消耗 +199%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自适应跨轮攻击基准，21 场景 945 场对抗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第一轮 ASR 0–1%，放到 15 轮变 7.9–16.8%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这批工作的共同点：都不再靠「拦住单次输入」，而是维护跨轮状态、预测未来。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防御的分类：结构约束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现有防御可以按这个维度分成两类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现有工作的例子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Action-Selector、Plan-Then-Execute、按角色裁权限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两类的强弱不同：结构约束不依赖运行时判断，策略检查押在策略完备和组件可信上。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现有防御都在动作层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它们观测「动作」和「数据流」，不观测「认知对不对」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相关工作的边界：动作 vs 信念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这条路已经有人走了——但他们都停在动作空间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6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ICML 2026 的 Speculative Safety Honeypot 用多智能体小模型预测 Agent 的未来行为、建轨迹树，已经能做到「提前发现分散在多轮里的恶意意图」。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它的观测对象是动作空间。而一个攻击可以不改任何动作。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44952"/>
          <a:ext cx="11057838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31901"/>
                <a:gridCol w="4350625"/>
                <a:gridCol w="217531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现有工作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Agent 未来的动作，整棵轨迹树的演化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它相信什么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VIGIL（ACL 2026）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工具流的意图，验证后再提交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交互日志里的攻击模式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 / 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数据流与动作权限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972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它们都在动作空间里做判断。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F2A4A"/>
                </a:solidFill>
                <a:latin typeface="STHeiti"/>
              </a:rPr>
              <a:t>而攻击可以完全不改动作——Agent 只是把错误的认知，写进了给操作员的报告。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一个具体场景：不改动作，只改认知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Menlo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为什么现有机制够不着：来源 ≠ 真伪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共识、分歧、以及还没解决的问题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单步防护不够，攻击是跨轮、跨主体的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还有分歧或没解决的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有状态防御的开销，在受限环境下是否可接受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94760"/>
          <a:ext cx="11057837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39229"/>
                <a:gridCol w="5203688"/>
                <a:gridCol w="34149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6007608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B3261E"/>
                </a:solidFill>
                <a:latin typeface="STHeiti"/>
              </a:rPr>
              <a:t>这四条路线都建立在同一个前提上：算力充裕。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Speculative Safety Honeypot（ICML 2026）—— 离本次调研最近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Governing the Intelligence Loop（CMU）—— 航天 + 认知脆弱性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Pictionary（ETH）—— 通道转换这类结构型防御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VIGIL（ACL 2026）与 CoopGuard —— 已有全文，逐篇精读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Adaptive Adversaries —— 当评测基准用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1. 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决定后续调研关注哪条信任边界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2. 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是只做文献综述，还是要复现 / 对比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3. 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