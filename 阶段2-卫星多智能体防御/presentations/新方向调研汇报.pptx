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5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领域调研：威胁、防御路线与现状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精读 7 篇 + 相关 5 篇；3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汇报人：［姓名］　·　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调研范围：精读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篇预印本；另有 5 篇直接相关工作，见第 11 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8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4903"/>
                <a:gridCol w="2376064"/>
                <a:gridCol w="3746871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Design（CaMeL）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SoK: When Safe Agents Fail Together: The Security of Multi Agent LLM Systems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Securing LLM-based Agents against Cyberattacks: A Comprehensive Survey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82472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943600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2272E"/>
                </a:solidFill>
                <a:latin typeface="STHeiti"/>
              </a:rPr>
              <a:t>上面七篇里有三篇是 arXiv 预印本，尚无正式发表（其中两篇是 2026 年 9 月挂出）；CaMeL 两个版本的数字不同：arXiv v2 报 77%，正式版报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39512"/>
            <a:ext cx="11057839" cy="11887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358384"/>
            <a:ext cx="10655503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它还加了一层 Observer：专门识别「伪造的审批声明」。误拦率从 49.1% 降到 7.4%，危险动作执行率保持 0%。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但论文明确说：Observer 只保可用性，不是安全控制——真正拦住攻击的仍是独立的策略检查。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这套防御能拦住危险动作，但拦不住判断被绕过：JBR 依然是 100%。它防的是动作层。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与设计模式）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CaMeL 是 IEEE SaTML 2026，Design Patterns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Design Patterns：六个抗注入的架构模式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这篇还区分了「设计模式」和「最佳实践」：模式是选一个用，最佳实践是每个都要做。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④：推测—验证与有状态防御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这一批是最新的工作，都做多轮 / 跨轮防御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/>
                <a:gridCol w="5092425"/>
                <a:gridCol w="3200953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小模型多智能体做「推测—验证」：先预测未来动作建轨迹树，再用真实动作校准剪枝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提前预警，给现有检测器提供决策冗余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VIGIL（ACL 2026）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工具流「先验证再提交」：先生成假设，再按意图锚定做验证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ASR 再降 22% 以上，攻击下可用性翻倍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CoopGuard（TIFS 投稿）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多智能体协作：干扰节奏、误导对手、日志取证，自适应协调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ASR 平均降 69%，攻击方 token 消耗 +199%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自适应跨轮攻击基准，21 场景 945 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第一轮 ASR 0–1%，放到 15 轮变 7.9–16.8%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4360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这批工作的共同点：都不再靠「拦住单次输入」，而是维护跨轮状态、预测未来。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防御的分类：结构约束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现有防御可以按这个维度分成两类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现有工作的例子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Action-Selector、Plan-Then-Execute、按角色裁权限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两类的强弱不同：结构约束不依赖运行时判断，策略检查押在策略完备和组件可信上。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现有防御都在动作层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这些防御有一个共同点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只要攻击者不直接下命令，这些防御会全部静默通过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相关工作的边界：动作 vs 信念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这条路已经有人走了——但他们都停在动作空间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6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ICML 2026 的 Speculative Safety Honeypot 用多智能体小模型预测 Agent 的未来行为、建轨迹树，已经能做到「提前发现分散在多轮里的恶意意图」。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它的观测对象是动作空间。而一个攻击可以不改任何动作。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44952"/>
          <a:ext cx="11057838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31901"/>
                <a:gridCol w="4350625"/>
                <a:gridCol w="217531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现有工作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未来动作、整棵轨迹树的演化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它相信什么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 / 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工具流意图 / 日志里的攻击模式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 / policy oracle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数据流与动作权限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29437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它们都在动作空间里做判断。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F2A4A"/>
                </a:solidFill>
                <a:latin typeface="STHeiti"/>
              </a:rPr>
              <a:t>而攻击可以完全不改动作——Agent 只是把错误的认知，写进了给操作员的报告。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一个具体场景：不改动作，只改认知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为什么现有机制够不着：来源 ≠ 真伪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共识、分歧、以及还没解决的问题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单步防护不够，攻击是跨轮、跨主体的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还有分歧或没解决的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有状态防御的开销，在受限环境下是否可接受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94760"/>
          <a:ext cx="11057837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39229"/>
                <a:gridCol w="5203688"/>
                <a:gridCol w="34149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98932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099048"/>
            <a:ext cx="1061892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本次调研的四条核心发现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如果只记四句话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020824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攻击已经从单点转向跨轮、跨主体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工具输出间接注入 43%、Agent 间消息 31%；只算第一轮 ASR 0–1%，放到 15 轮变 7.9–16.8%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53512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1729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136392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防御的主流已经从提示级转向架构级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最新一批（SSH、VIGIL、CoopGuard）都不再靠拦住单次输入，而是维护跨轮状态、预测未来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2885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6168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251960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现有防御的观测对象是动作和数据流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统一不包含「Agent 相信什么」——而一个攻击可以完全不改动作，只改认知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84648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4041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7725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367528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四条技术路线都假设云端算力充裕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推测—验证、多智能体协作、多模态溯源、有状态防御，都没有回答「算力受限时还剩多少」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Speculative Safety Honeypot（ICML 2026）—— 离本次调研最近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Governing the Intelligence Loop（CMU）—— 航天 + 认知脆弱性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Pictionary（ETH）—— 通道转换这类结构型防御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VIGIL（ACL 2026）与 CoopGuard —— 已有全文，逐篇精读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Adaptive Adversaries —— 当评测基准用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1. 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决定后续调研关注哪条信任边界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2. 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是只做文献综述，还是要复现 / 对比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3. 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