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导师给的三步——前两步都很轻，谁都不会报警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这三条特殊性，在下面每一篇的防御设计里都会成为判断依据。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领域坐标：A-I-R 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出处：E4 SoK（系统化了 197 篇工作）——八篇各落在不同位置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  →      I 交互接口      →  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4320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核心论点：单独安全的 Agent，一起用会失败。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285232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04104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卫星场景里最贴合本次威胁的是「成员级攻击者」——它对应「一个 Agent 被污染，再去影响其他 Agent」。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95857"/>
            <a:ext cx="11057839" cy="603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防守方每轮按「全新交互」评，必须区分跨轮记忆和跨轮会话。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283207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214" y="1463040"/>
            <a:ext cx="802926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27" y="1463040"/>
            <a:ext cx="7099041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77%，正式版报 67%——引用要注明版本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738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100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37014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29" y="1463040"/>
            <a:ext cx="793863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E4 SoK 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请老师指正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