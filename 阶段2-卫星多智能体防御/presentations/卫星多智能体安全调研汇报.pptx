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三个攻击模型联合，比最强的单个多发现这么多可成功输入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0149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2036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只在单轮做安全验收，指标会好看但防不住。评测必须跨轮——这条直接决定后面怎么验证防御。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