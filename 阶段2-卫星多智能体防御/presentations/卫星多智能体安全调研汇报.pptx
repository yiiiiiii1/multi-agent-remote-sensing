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轮数和记忆，各自能把风险移动多少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3-aa-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00" y="1463040"/>
            <a:ext cx="5103682" cy="2542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5500" y="4078223"/>
            <a:ext cx="510368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8：同一批 15 轮轨迹，在不同轮数截断时打分</a:t>
            </a:r>
          </a:p>
        </p:txBody>
      </p:sp>
      <p:pic>
        <p:nvPicPr>
          <p:cNvPr id="8" name="Picture 7" descr="t8-aa-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0" y="1463040"/>
            <a:ext cx="4912965" cy="25420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83230" y="4078223"/>
            <a:ext cx="491296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12：A/C 无记忆、B/D 有记忆；A 列合计 57.4%，B 列合计 31.5%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17135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636007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只在单轮做安全验收，指标会好看但防不住。更要紧的是记忆的两面：星上 Agent 共享状态时，防御方靠它识别累积模式，攻击方靠它投毒传播——谁优先读写，决定它是护城河还是木马。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