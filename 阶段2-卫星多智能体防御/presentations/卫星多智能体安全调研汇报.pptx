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攻击侧：多步攻击范式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多步（multi-turn）= 每一步单独看都无害，累积起来才构成攻击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575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 · 集体结果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集体决策完整性失效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状态（单 Agent 多轮）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轨迹与目标完整性失效（评测侧）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攻击侧三篇覆盖了四类接口；防御侧五篇集中在「委托能力」和「检测与干预」两处。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多步渐进越狱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AIWILD @ 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arXiv:2607.18063v2（预印本）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CARS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GPT / Gemini / LLaMA / Claude 四个模型族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 防御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另一种防越狱方法；部分有效——难任务降了，Election 等不受影响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414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301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星上的遥测判读、任务规划都是多步交互。攻击者不必一次给出可疑指令，每轮推进一点即可——单步过滤在星上必然失效。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Agents in the Wild Workshop @ ICML 2026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星上 Agent 之间的消息（规划 → 控制 → 遥操）正是「边界防御看不到」的通道。只做链路加密，挡不住这一类。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arXiv:2607.18063v2（预印本，2026-09-11，无 venue）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自适应多步评测基准（单 Agent、多模型）——证明单轮评测会把风险低估一个数量级。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范围要说准：前沿矩阵测的是单个防御方、无工具无检索，多模型指被比较的模型多，不是多个 Agent 协作。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轮数和记忆，各自能把风险移动多少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3-aa-r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00" y="1463040"/>
            <a:ext cx="5103682" cy="2542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5500" y="4078223"/>
            <a:ext cx="510368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8：同一批 15 轮轨迹，在不同轮数截断时打分</a:t>
            </a:r>
          </a:p>
        </p:txBody>
      </p:sp>
      <p:pic>
        <p:nvPicPr>
          <p:cNvPr id="8" name="Picture 7" descr="t8-aa-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230" y="1463040"/>
            <a:ext cx="4912965" cy="25420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83230" y="4078223"/>
            <a:ext cx="491296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12：A/B 无记忆，C/D 有记忆；A、B 两列合计即 57.4% 与 31.5%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17135"/>
            <a:ext cx="11057839" cy="98882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4636007"/>
            <a:ext cx="10655503" cy="7510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只在单轮做安全验收，指标会好看但防不住。更要紧的是记忆的两面：星上 Agent 共享状态时，防御方靠它识别累积模式，攻击方靠它投毒传播——谁优先读写，决定它是护城河还是木马。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CARS 2026　·　arXiv:2609.17648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签名（带密钥的消息认证码）+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81" y="1463040"/>
            <a:ext cx="671453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签名不等于权限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独立授权不依赖「判断对不对」，只多一次策略检查——五条防御里，它最可能在星上退化后仍成立。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93086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写程序，解释器执行（即 CaMeL 所属路线）。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六个模式里，「切断通道」这类做法最省算力：不需要额外模型，只限制信息流。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它只守住控制流；参数仍可被改，数据流没有隔离。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安全博弈（论文定义的一种博弈）——攻击者要造出不在允许集合里的动作。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825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1467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含 gemini-2.5-pro、claude-sonnet-4、gpt-4.1、o4-mini、o3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它要跑 P-LLM 编译加解释器，星上算力吃不消；但「控制流与数据流分离」这个思想可以只留数据流那半。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用多智能体「推测—验证」，提前发现分散在多步交互里的恶意意图。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目标是提前发现分散在多步交互里、隐藏未来风险的恶意意图。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攻击者把深层恶意意图拆散到多步交互里，单点判断看不出来。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在测试基准上把 ASR 压到 0%（Qwen3-235B，依赖现有检测器）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它要并行跑多条推测分支，星上显存和功耗都不可接受——作者自己也承认这笔「安全税」。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它指出的两难：强模型反而更听注入指令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意图锚点：由查询导出的逻辑约束，例如 scope ⊆ {Travel}、transaction_type ∈ {MERCHANT}。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已验证轨迹记忆：按选择结果做自适应，决定后续轮次怎么调。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476" y="1463040"/>
            <a:ext cx="663874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它的「假设沙箱」在物理不可逆动作面前不成立：星上不能先试一次再决定。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现状小结与判断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读完之后形成的三条判断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评测必须放到多步、自适应攻击下做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 / 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12464"/>
          <a:ext cx="11057837" cy="1975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4714"/>
                <a:gridCol w="3549429"/>
                <a:gridCol w="5733694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防御路线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星上会卡在哪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独立授权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只多一次策略检查——**最可能存活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Design Patterns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切断通道不额外调模型——**其次可行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数据流隔离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要跑编译加解释器，算力吃不消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并行多条推测分支，显存与功耗不可接受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沙箱试错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72E"/>
                          </a:solidFill>
                          <a:latin typeface="STHeiti"/>
                        </a:rPr>
                        <a:t>动作物理不可逆，试错这个前提本身不成立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833872"/>
            <a:ext cx="11057839" cy="544703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2744"/>
            <a:ext cx="10655503" cy="306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五条防御没有一条是轻量的。要问的不是「哪条效果最好」，而是「算力砍到十分之一之后，哪条还剩多少」。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