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三个环节：拿参数 → 改认知 → 动手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95857"/>
            <a:ext cx="11057839" cy="603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283207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214" y="1463040"/>
            <a:ext cx="802926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27" y="1463040"/>
            <a:ext cx="7099041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738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100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37014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29" y="1463040"/>
            <a:ext cx="793863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接下来读什么、以及需要确认的三件事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《SoK: When Safe Agents Fail Together》的来源清单（顺着引用往回查）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