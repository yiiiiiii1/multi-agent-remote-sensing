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攻击侧：多轮攻击范式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三个环节：拿参数 → 改认知 → 动手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八篇的落点：各自对着框架的哪一段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接口名与风险名取自《SoK: When Safe Agents Fail Together》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8" cy="3575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736"/>
                <a:gridCol w="4973714"/>
                <a:gridCol w="2891694"/>
                <a:gridCol w="289169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落在哪个接口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对着哪个风险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 · 集体结果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集体决策完整性失效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 · 状态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跨会话累积（评测侧覆盖）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 · 状态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 · 跨主体机密泄露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3261E"/>
                </a:solidFill>
                <a:latin typeface="STHeiti"/>
              </a:rPr>
              <a:t>攻击侧三篇覆盖了四类接口；防御侧五篇集中在「委托能力」和「检测与干预」两处。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多轮渐进越狱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ChatGPT / Gemini / LLaMA / Anthropic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部分有效：难任务降了，Election 等不受影响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895857"/>
            <a:ext cx="11057839" cy="6035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另可破多模态模型（生成本来会拒绝的图）。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 §6.3 的立场：应该假设当前 LLM 最终都会被越狱，所以要在系统层设计。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ICML 2026（PMLR 306）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1223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单层效果：签名让 Agent 间注入 31%→2.8%；净化让间接注入 43%→9.5%；权限限定提权全拦、零运行时延迟；异常检测抓住 84% 的级联攻击。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论文留下的缺口：multimodal agents face additional injection surfaces that we do not address。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arXiv:2607.18063（预印本）　·　Agents in the Wild 工作坊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自适应多轮评测基准——证明单轮评测会把风险低估一个数量级。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最有用的一行数字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5-aa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11057838" cy="23022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83845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3：前沿矩阵（3×3 攻击方—防守方，聚合 21 个场景）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1.7–2.2×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三个攻击 LLM 合起来，比最好的单个多找到的唯一成功输入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110/270 → 70/270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加一段溯源说明后的效果（但不同任务差别大）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相反弱点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聚合率掩盖了：会话密钥保护 vs 权限处理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283207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它的价值在于：把「多轮评测」从主张变成了可复用的基准。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arXiv:2609.17648（预印本）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 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1214" y="1463040"/>
            <a:ext cx="8029266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 ⊥ 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关键消融针对的是持有签名密钥的攻击者——这是最强的攻击者模型。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但它只守住了控制流——参数仍然可以被改。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安全博弈——攻击者要造出不在允许集合里的动作。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327" y="1463040"/>
            <a:ext cx="7099041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gemini-2.5 / claude-sonnet-4 / gpt-4.1 / o4-mini / o3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non-goal：不防「文本到文本」的攻击——只改变生成内容、不影响控制流/数据流的攻击它管不了。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它把问题换掉了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写程序，解释器执行（就是 CaMeL 那条路）。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7381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论文自己承认：Plan-Then-Execute 与 Code-Then-Execute 都只防改动作，不防改参数——这正是 CaMeL 要补的。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用多智能体「推测—验证」，提前发现分散在多轮里的恶意意图。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目标是提前发现分散在多轮里、隐藏未来风险的恶意意图。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攻击者把深层恶意意图拆散到多轮里，单点判断看不出来。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配合现有检测器，把 ASR 压到 0%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07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12485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9658" y="4059936"/>
            <a:ext cx="4315109" cy="1223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全文核查：belief / cognitive / internal state 出现 0 次；它用的是 action-level 与 future behaviors。</a:t>
            </a:r>
          </a:p>
          <a:p>
            <a:pPr>
              <a:spcAft>
                <a:spcPts val="7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0">
                <a:solidFill>
                  <a:srgbClr val="22272E"/>
                </a:solidFill>
                <a:latin typeface="STHeiti"/>
              </a:rPr>
              <a:t>作者自承的局限：并行推测的显存与功耗不可忽略——这是它的主要代价。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它的问题陈述写得很好：现有防御面临一个两难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意图锚点：逻辑不变量，例如 Scope==Travel_Logi、Transaction_TYPE==Merchant_Payment。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529" y="1463040"/>
            <a:ext cx="7938636" cy="31272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63440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5120640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5202936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1081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E8F82"/>
                </a:solidFill>
                <a:latin typeface="STHeiti"/>
              </a:rPr>
              <a:t>· </a:t>
            </a:r>
            <a:r>
              <a:rPr sz="1200" b="1">
                <a:solidFill>
                  <a:srgbClr val="22272E"/>
                </a:solidFill>
                <a:latin typeface="STHeiti"/>
              </a:rPr>
              <a:t>它的定位：从「限制隔离」转向「先验证再提交」。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评测必须放到多轮、自适应攻击下做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874519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901952"/>
            <a:ext cx="4920843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推测式/有状态防御的开销，在算力受限下没人验证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858768"/>
          <a:ext cx="11057838" cy="1645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27506"/>
                <a:gridCol w="5370950"/>
                <a:gridCol w="3159382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技术路线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假设的算力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Honeypot、VIGIL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 / 多次 LLM 调用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多智能体协作防御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CoopGuard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多个 LLM 协作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多模态溯源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Toward Trustworthy Agentic AI、Pictionary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三个净化 / 验证 Agent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有状态跨轮防御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Adversaries（基准）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跨轮维护状态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669280"/>
            <a:ext cx="11057839" cy="55295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788152"/>
            <a:ext cx="10655503" cy="3152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0F2A4A"/>
                </a:solidFill>
                <a:latin typeface="STHeiti"/>
              </a:rPr>
              <a:t>这四条路线都建立在同一个前提上：算力充裕——而卫星场景恰恰相反。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39 / 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后续调研计划与需要确认的问题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接下来读什么、以及需要确认的三件事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92224"/>
            <a:ext cx="5300319" cy="3840480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56816"/>
            <a:ext cx="48614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0E8F82"/>
                </a:solidFill>
                <a:latin typeface="STHeiti"/>
              </a:rPr>
              <a:t>接下来要读的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CoopGuard 全文（多智能体协作防御）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Governing the Intelligence Loop（CMU，航天 + 认知脆弱性）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Pictionary（ETH，通道转换这类结构型防御）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Toward Trustworthy Agentic AI（多模态溯源）</a:t>
            </a:r>
          </a:p>
          <a:p>
            <a:pPr>
              <a:spcBef>
                <a:spcPts val="11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《SoK: When Safe Agents Fail Together》的来源清单（顺着引用往回查）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1792224"/>
            <a:ext cx="5300319" cy="3840480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43903" y="1956816"/>
            <a:ext cx="4861407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50" b="1">
                <a:solidFill>
                  <a:srgbClr val="C86A00"/>
                </a:solidFill>
                <a:latin typeface="STHeiti"/>
              </a:rPr>
              <a:t>需要确认的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场景边界：星上 MAS，还是天地一体化 MAS？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决定后续关注哪条信任边界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调研要覆盖到多深？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只做文献综述，还是要复现 / 对比</a:t>
            </a:r>
          </a:p>
          <a:p>
            <a:pPr>
              <a:spcBef>
                <a:spcPts val="14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要不要往卫星方向收？</a:t>
            </a:r>
          </a:p>
          <a:p>
            <a:pPr>
              <a:spcBef>
                <a:spcPts val="200"/>
              </a:spcBef>
            </a:pPr>
            <a:r>
              <a:rPr sz="1150" b="0">
                <a:solidFill>
                  <a:srgbClr val="5B6470"/>
                </a:solidFill>
                <a:latin typeface="STHeiti"/>
              </a:rPr>
              <a:t>　  决定下一步读航天那几篇的优先级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