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三个环节：拿参数 → 改认知 → 动手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跨会话累积（评测侧覆盖）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100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37014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接下来读什么、以及需要确认的三件事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《SoK: When Safe Agents Fail Together》的来源清单（顺着引用往回查）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