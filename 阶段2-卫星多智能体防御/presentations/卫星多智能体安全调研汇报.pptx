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攻击与评测 2 篇 ｜ 防御 5 篇 ｜ 卫星 1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攻击与评测：多步攻击范式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防御：多步检测 · 独立授权 · 设计层 · 推测—验证 · 工具流验证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卫星：分层威胁狩猎（唯一可部署的形态）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6779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Peak + Accumulation: A Proxy-Level Scoring Formula for Multi-Turn LLM Attack Detection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SkyGuard: A Hierarchical SLM–LLM Threat Hunting Framework for the OpenC3+NASA cFS Space-Software Stack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攻击与评测两篇盯的都是「消息传递」；防御五篇集中在「委托能力」和「检测与干预」；卫星那篇落在「检测与干预」。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99546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Peak + Accumulation: A Proxy-Level Scoring Formula for Multi-Turn LLM Attack Detection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arXiv:2602.11247（预印本）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多步检测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SkyGuard: A Hierarchical SLM–LLM Threat Hunting Framework for the OpenC3+NASA cFS Space-Software Stack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CNS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卫星 · 分层威胁狩猎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轮数和记忆，各自能把风险移动多少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3-aa-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5438509" cy="27088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9" y="4244993"/>
            <a:ext cx="543850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8：同一批 15 轮轨迹，在不同轮数截断时打分</a:t>
            </a:r>
          </a:p>
        </p:txBody>
      </p:sp>
      <p:pic>
        <p:nvPicPr>
          <p:cNvPr id="8" name="Picture 7" descr="t8-aa-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486" y="1463040"/>
            <a:ext cx="5235280" cy="27088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89486" y="4244993"/>
            <a:ext cx="5235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12：A/C 无记忆、B/D 有记忆；A 列合计 57.4%，B 列合计 31.5%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3905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802777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只在单轮做安全验收，指标会好看但防不住。更要紧的是记忆的两面：星上 Agent 共享状态时，防御方靠它识别累积模式，攻击方靠它投毒传播——谁优先读写，决定它是护城河还是木马。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Peak + Accumulation: A Proxy-Level Scoring Formula
for Multi-Turn LLM Attack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 Alex Corll　（独立作者）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arXiv:2602.11247（预印本，2026-03，无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纯正则加一个算式，把多轮的可疑累成一个总分——先证明加权平均有天花板。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加权平均有个天花板：各轮同分时，平均值恒等于那个分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网关这层不能调 LLM，那多轮的可疑怎么合成一个数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多轮攻击把恶意摊到几轮，每轮单看都正常。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而网关/代理这层不能调 LLM：延迟 100–500 毫秒、按 token 花钱、分类器自己也能被注入。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加权平均算不出累积——20 轮的持续攻击和 1 轮可疑，得分一模一样。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单轮的正则看不到「跨轮累积」这件事。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没有现成的、完全确定的跨轮合成公式。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五类模式打分，再用五个加数合成总分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10-peak-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8" y="1463040"/>
            <a:ext cx="6207119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2：五类跨轮模式与默认权重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每轮用正则匹配五类模式，命中就加权重（0.2–0.5），截断到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总分 = 峰值 + 全程命中率×ρ + 类别多样性 + 升级奖励 + 重采样奖励，截断到 [0,1]。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到 0.7 就拦。全程没有模型在关键路径上，作者说目标是亚毫秒。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它先证了一条定理：各轮分数一样时，加权平均恒等于那个分数——所以累积必须另算。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算得快，但对「话题慢慢跑偏」完全失效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11-peak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729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26560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3：10,654 段对话上的主结果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recall 90.8%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FPR 1.20%，F1 85.9%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亚毫秒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纯正则 + 算式，关键路径上没有模型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0%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对「每轮人畜无害、话题慢慢跑偏」这类，召回是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它是纯算式，星上几乎零成本；但它对「每句话都说得通」的攻击召回是 0%——而卫星的认知篡改正是这一类。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842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  <p:pic>
        <p:nvPicPr>
          <p:cNvPr id="7" name="Picture 6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293" y="1426464"/>
            <a:ext cx="5605474" cy="4067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556758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CaMeL：在 LLM 外面套一层系统层——控制流从可信查询抽出来，不可信数据只能填数据槽。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SkyGuard: A Hierarchical SLM–LLM Threat Hunting Framework
for the OpenC3+NASA cFS Space-Software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Jonathan Liu, Raymund Lin, Sharon Lo, David Huang, Marrow Tseng, Dean Xie　（台湾科技大学）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CNS 2026　·　DOI 10.1109/CNS69863.2026.11720931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卫星网络上的分层威胁狩猎：边缘小模型本地查，中央大模型只收标签拼攻击链。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低轨过境短、上行带宽窄、地面 IDS 看不到星上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星上做威胁狩猎，以前两种范式都不成立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在星—空—地一体网络（SAGIN）上做威胁狩猎。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以前两种做法：多 Agent 互为大模型、边缘机器学习 + 中央大模型。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低轨过境窗口短，传不了多少数据。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上行带宽受限，原始遥测传不回去。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已有结论说地面 IDS 对星上的实时威胁无效。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所以「中央分析器」这个范式在 SAGIN 里根本立不住。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两层：边缘小模型本地查，中央大模型只收标签拼链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4-sky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6603" y="1463040"/>
            <a:ext cx="5598489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Fig. 2：两层架构——边缘小模型本地查，中央大模型拼链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Tier 1 边缘：Qwen2.5 1.5B–7B，4-bit 量化，LoRA 微调，只读本机的遥测和日志。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Tier 2 中央：Qwen2.5-32B，4-bit，约 20GB 显存，不微调，用 RAG 挂 ATT&amp;CK 和 SPARTA。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上行摘要压到约 500 字节；下行只发抽象行为模式，不发具体 IOC。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原始数据标 CONFIDENTIAL 永不出边缘，跨层只走 SANITIZED。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边缘另生成 Tier A 规则（带真实字段，留本地）；中央生成 Tier B 规则（只有技术级逻辑，可跨运营商共享）。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只有它能拼出攻击链——而且是在链路预算内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13-sky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787" y="1463040"/>
            <a:ext cx="5221557" cy="33101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2787" y="4846319"/>
            <a:ext cx="522155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III：分链召回——静态规则和纯边缘在每条链上都是 0</a:t>
            </a:r>
          </a:p>
        </p:txBody>
      </p:sp>
      <p:pic>
        <p:nvPicPr>
          <p:cNvPr id="8" name="Picture 7" descr="t12-sky-c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392" y="1463040"/>
            <a:ext cx="4700515" cy="33101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48392" y="4846319"/>
            <a:ext cx="47005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II：分类别召回，最右一列是全信息中央大模型，不可部署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285231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5404103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它是唯一能部署的卫星分层防御。但它的准确率不是最高的——把原始数据全交给中央大模型能到 0.82，它只有 0.46；它的价值是「在链路预算内做得到」。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来源可验证，但内容真伪只做到部分——逐值确认，代价大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23042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纯规则打分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Peak + Accumulation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最省，但只认字面模式，认不出「每句都说得通」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只多一次策略检查，最可能存活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动作不可逆，试错这个前提不成立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分层威胁狩猎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SkyGuard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已在星上验证可行；但判据是日志和标签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6163056"/>
            <a:ext cx="11057839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6281928"/>
            <a:ext cx="10655503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六条路线里，真能在星上跑起来的只有两类：纯规则的（Peak）和分层的（SkyGuard）。但它们看的全是「做了什么」，没有一条看「Agent 现在信什么」。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