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三个环节：拿参数 → 改认知 → 动手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领域坐标：A-I-R 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出处：E4 SoK（系统化了 197 篇工作）——八篇各落在不同位置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11057839" cy="822960"/>
          </a:xfrm>
          <a:prstGeom prst="roundRect">
            <a:avLst>
              <a:gd name="adj" fmla="val 6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STHeiti"/>
              </a:rPr>
              <a:t>A 攻击者位置      →      I 交互接口      →      R 系统级风险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743200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B3261E"/>
                </a:solidFill>
                <a:latin typeface="STHeiti"/>
              </a:rPr>
              <a:t>核心论点：单独安全的 Agent，一起用会失败。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六个交互接口（攻击从哪进来）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I1 准入　·　I2 消息传递　·　I3 状态传播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I4 权限与动作　·　I5 集体决策　·　I6 检测干预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1587" y="3273552"/>
            <a:ext cx="5323179" cy="178308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3401568"/>
            <a:ext cx="495741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1F6FB2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A1 外部　·　A2 用户级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B3261E"/>
                </a:solidFill>
                <a:latin typeface="STHeiti"/>
              </a:rPr>
              <a:t>A3 成员级（多智能体独有）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A4 基础设施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285232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04104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卫星场景里最贴合本次威胁的是「成员级攻击者」——它对应「一个 Agent 被污染，再去影响其他 Agent」。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100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37014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接下来读什么、以及需要确认的三件事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E4 SoK 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